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SVASTHYA FRESH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8C00"/>
                </a:solidFill>
              </a:defRPr>
            </a:pPr>
            <a:r>
              <a:t>E-Commerce &amp; Delivery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Project Name: Svasthya Fresh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Type: Full-Stack E-Commerce &amp; Delivery Management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Purpose: Provide seamless ordering, delivery tracking, and admin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Target Users: End customers, Admin panel users, Support team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Status: Under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Project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Enable customers to browse and purchase products online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Manage orders and track delivery in real-time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Provide comprehensive admin dashboard for business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 multiple payment methods and coupon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Implement robust authentication and security measures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Deliver excellent customer support through ticketing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Frontend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Admin Dashboard (React + TypeScript)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Customer Website (React + Vite)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Component Library: shadcn-ui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Styling: Tailwind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Backend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Spring Boot 3.5.10 (Java 17)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REST API Architecture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Database: MySQL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Security: Spring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User &amp; Authentication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Product &amp; Inventory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Order &amp; Cart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Payment &amp; Transaction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5. Coupon &amp; Discount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6. Analytics &amp; Reporting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7. Support Ticket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8. Wishlist &amp; Personalization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1: User &amp; Authentication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Email &amp; Mobile OTP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Google OAuth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Admin User Registration &amp; Login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User Profile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Password Reset Functionality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Session Management with JWT Tokens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User Query &amp; Support Request Tracking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2: Products &amp;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 Catalog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Category Organization &amp; Hierarchy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 Variants &amp; Options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 Images &amp; Media Gallery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Price History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Inventory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 Performance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Banner Management for Promotions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3: Orders &amp; Cart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Shopping Cart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Add/Remove/Update Cart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Checkout Process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Creation &amp;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Item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Status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Details Viewing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History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4: Payments &amp; Transactions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 Processing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Multiple Payment Methods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Transaction History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 Refund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 Reports &amp;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Transaction Verification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Revenue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Financial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5: Coupons &amp; Discounts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Coupon Creation &amp;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Discount Code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Coupon Validation &amp; Application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Usage Tracking per Coupon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Expiration Date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Coupon Performance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Bulk Coupon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Customer Coupon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6: Analytics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Dashboard Analytics Overview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Revenue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Sales Funnel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 Performance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Customer Demographics Report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Inventory Status Reports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Status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 &amp; Refund Reports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7: Support Ticket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Create Support Tickets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Ticket Status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Message Threading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 Image Attachments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Admin Support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Ticket Priority Levels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Response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Customer Support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Module 8: Wishlist &amp; Favorites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Add Products to Wishlist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Wishlist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Wishlist Sharing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Quick Add to Cart from Wishlist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Wishlist Item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Price Drop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Personalized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Wishlist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Additional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Address Management - Store multiple addresses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Email &amp; SMS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OTP Rate Limiting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Google OAuth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AWS S3 Integration for media storage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SNS for push notifications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Error Handling &amp; Exception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Health Check &amp; API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Technology Stack - Frontend &amp;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Frontend Technologies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React 18.2.0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TypeScript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Vite (Build Tool)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Tailwind CSS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shadcn-ui Components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Radix UI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React Hook Form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TanStack React Query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Backend Technologies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Spring Boot 3.5.10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Java 17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Spring Data JPA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Spring Security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MySQL Database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JWT Authentication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OpenAPI/Swagger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Maven (Build Tool)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Database Tables (ER Diagram)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Core Tables: Users, Roles, Permissions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 Management: Products, Categories, ProductVariants, ProductImages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 Processing: Orders, OrderItems, OrderEntity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Shopping: Cart, CartItems, Wishlist, WishlistItems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Financial: Payments, Coupons, CouponUsage, PriceHistory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Authentication: Token, ActiveToken, EmailOtp, MobileOtp, PasswordReset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Support: Support, SupportMessages, SupportImages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Additional: Banners, Visitors, UserQueries, Addresses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Flow Diagram (DFD) - Level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External Entities: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Customer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Admin Users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Payment Gateway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Email/SMS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Main Process: E-Commerce &amp; Delivery Management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Data Stores: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External Systems: Google OAuth, AWS S3, AWS SNS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Data Flow Diagram (DFD) - Level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1.0 Authentication &amp; Authorization - User Login/Registration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2.0 Product Browse &amp; Search - Category/Product Catalog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3.0 Cart &amp; Order Management - Add items, Checkout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4.0 Payment Processing - Transaction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5.0 Order Fulfillment - Delivery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6.0 Analytics &amp; Reporting - Business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7.0 Support Management - Ticket handling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Database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Users → Addresses (1:M) - Multiple addresses per user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Users → Orders (1:M) - Customer orders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Products → ProductVariants (1:M) - Product options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Products → ProductImages (1:M) - Multiple images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Orders → OrderItems (1:M) - Items in order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Coupons → CouponUsage (1:M) - Usage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Users → WishlistItems (1:M) - Wishlist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 → SupportMessages (1:M) - Ticket conversations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Admin Dashboard Pages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Dashboard - Overview &amp; KPIs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Products - Manage catalog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Categories - Organize products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Coupons - Create discounts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Orders - View &amp; manage orders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Payments - Transaction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Banners - Promotional content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Members - User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Analytics - Reports &amp;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 Center - Ticket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Settings - Configuration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Task Assignments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Backend Development: API endpoints, Database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Frontend Admin: Dashboard UI, Components, Forms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Frontend Website: Customer portal, Shopping experience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Authentication: Security implementation, OTP, JWT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 Integration: Gateway setup, Transaction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Analytics: Report generation, Data visualization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Testing: Unit tests, Integration tests, E2E tests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Deployment: Server setup, CI/CD pipeline, Monitoring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Security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JWT Token-based Authentication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Spring Security Framework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Role-based Access Control (RBAC)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Password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OTP Verification (Email &amp; SMS)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Rate Limiting on OTP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CORS Configuration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Input Validation &amp; Sanitization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SQL Injection Prevention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XSS Protection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API 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OpenAPI/Swagger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RESTful API Endpoints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Request/Response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Authentication Headers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Error Response Codes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Pagination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Filtering &amp; Sorting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API Rate Limiting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Development &amp; Deployment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Development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Git version control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Feature branches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Code reviews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Local testing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Linting &amp; formatting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Build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Deployment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Maven builds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Docker containers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Environment config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Database migrations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Monitoring &amp; logs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CI/CD pipeline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Achievements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Complete API architecture implemented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Responsive admin dashboard created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Customer-facing website launched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Multi-layer authentication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Comprehensive analytics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 ticket management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Payment processing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Scalable database design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Challenges &amp;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Technical Challenges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Real-time order tracking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Performance optimization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Database scaling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API rate limiting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Payment gateway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>
                <a:solidFill>
                  <a:srgbClr val="4682B4"/>
                </a:solidFill>
              </a:defRPr>
            </a:pPr>
            <a:r>
              <a:t>Solutions Implemented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WebSocket implementation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Query optimization, caching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Database indexing, partitioning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Token bucket algorithm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• PCI compliance standards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Mobile App (iOS/Android)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Real-time Chat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Advanced Analytics &amp; ML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Loyalty Points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Social Media Integration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Subscription Models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API Marketplace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Multi-language Support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Performance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API Response Time: &lt; 500ms average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Database Query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Page Load Time: &lt; 2 seconds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System Uptime: 99.9%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Concurrent Users Support: 10,000+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Data Security: SSL/TLS encryption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Backup &amp; Recovery: Daily backups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Monitoring: Real-time alerting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8B22"/>
          </a:solidFill>
          <a:ln>
            <a:solidFill>
              <a:srgbClr val="228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Frontend Hosting: CDN/Static hosting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Backend Server: AWS EC2 / Linux Server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Database: MySQL RDS / Self-hosted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Storage: AWS S3 for media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Notifications: AWS SNS/Email 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Monitoring: CloudWatch / ELK Stack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Load Balancing: Nginx / AWS ALB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Caching: Redis for session management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8B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8C00"/>
                </a:solidFill>
              </a:defRPr>
            </a:pPr>
            <a:r>
              <a:t>Svasthya Fresh - Building the Future of E-Commerce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